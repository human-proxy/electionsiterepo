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5D1255-3E73-4068-916A-0FBFC42872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2DA236-FA1D-406E-BB46-DD9858DD1FA7}">
      <dgm:prSet/>
      <dgm:spPr/>
      <dgm:t>
        <a:bodyPr/>
        <a:lstStyle/>
        <a:p>
          <a:r>
            <a:rPr lang="en-US">
              <a:latin typeface="Aptos Display" panose="02110004020202020204"/>
            </a:rPr>
            <a:t>Purpose</a:t>
          </a:r>
          <a:r>
            <a:rPr lang="en-US"/>
            <a:t> of the presentation:</a:t>
          </a:r>
        </a:p>
      </dgm:t>
    </dgm:pt>
    <dgm:pt modelId="{D10DAA68-8A67-465C-9A6A-F0CC8803DFF8}" type="parTrans" cxnId="{DD74381F-06F7-48E8-9318-2AC5717D1579}">
      <dgm:prSet/>
      <dgm:spPr/>
      <dgm:t>
        <a:bodyPr/>
        <a:lstStyle/>
        <a:p>
          <a:endParaRPr lang="en-US"/>
        </a:p>
      </dgm:t>
    </dgm:pt>
    <dgm:pt modelId="{A367453C-AEF6-47C3-A7B5-58D9CF1E7164}" type="sibTrans" cxnId="{DD74381F-06F7-48E8-9318-2AC5717D1579}">
      <dgm:prSet/>
      <dgm:spPr/>
      <dgm:t>
        <a:bodyPr/>
        <a:lstStyle/>
        <a:p>
          <a:endParaRPr lang="en-US"/>
        </a:p>
      </dgm:t>
    </dgm:pt>
    <dgm:pt modelId="{791439AF-82EF-47FB-B770-0E2DDE9DB597}">
      <dgm:prSet/>
      <dgm:spPr/>
      <dgm:t>
        <a:bodyPr/>
        <a:lstStyle/>
        <a:p>
          <a:r>
            <a:rPr lang="nl-NL" err="1"/>
            <a:t>Explaining</a:t>
          </a:r>
          <a:r>
            <a:rPr lang="nl-NL"/>
            <a:t> </a:t>
          </a:r>
          <a:r>
            <a:rPr lang="nl-NL" err="1"/>
            <a:t>what</a:t>
          </a:r>
          <a:r>
            <a:rPr lang="nl-NL"/>
            <a:t> Streams are in Java</a:t>
          </a:r>
        </a:p>
      </dgm:t>
    </dgm:pt>
    <dgm:pt modelId="{C57A90CF-6C4E-464D-B6D9-D0AF402601BA}" type="parTrans" cxnId="{93B341A6-00CF-4CEB-9E69-D4FDE55A48DB}">
      <dgm:prSet/>
      <dgm:spPr/>
      <dgm:t>
        <a:bodyPr/>
        <a:lstStyle/>
        <a:p>
          <a:endParaRPr lang="en-US"/>
        </a:p>
      </dgm:t>
    </dgm:pt>
    <dgm:pt modelId="{70B61D03-7BF8-48A0-AC49-51F66D8573BD}" type="sibTrans" cxnId="{93B341A6-00CF-4CEB-9E69-D4FDE55A48DB}">
      <dgm:prSet/>
      <dgm:spPr/>
      <dgm:t>
        <a:bodyPr/>
        <a:lstStyle/>
        <a:p>
          <a:endParaRPr lang="en-US"/>
        </a:p>
      </dgm:t>
    </dgm:pt>
    <dgm:pt modelId="{9D087792-0524-4A8F-86B5-A73720FBAECF}">
      <dgm:prSet/>
      <dgm:spPr/>
      <dgm:t>
        <a:bodyPr/>
        <a:lstStyle/>
        <a:p>
          <a:r>
            <a:rPr lang="nl-NL" err="1"/>
            <a:t>Showing</a:t>
          </a:r>
          <a:r>
            <a:rPr lang="nl-NL"/>
            <a:t> </a:t>
          </a:r>
          <a:r>
            <a:rPr lang="nl-NL" err="1"/>
            <a:t>how</a:t>
          </a:r>
          <a:r>
            <a:rPr lang="nl-NL"/>
            <a:t> </a:t>
          </a:r>
          <a:r>
            <a:rPr lang="nl-NL" err="1">
              <a:latin typeface="Aptos Display" panose="02110004020202020204"/>
            </a:rPr>
            <a:t>Stsreams</a:t>
          </a:r>
          <a:r>
            <a:rPr lang="nl-NL"/>
            <a:t> </a:t>
          </a:r>
          <a:r>
            <a:rPr lang="nl-NL" err="1"/>
            <a:t>process</a:t>
          </a:r>
          <a:r>
            <a:rPr lang="nl-NL"/>
            <a:t> data</a:t>
          </a:r>
        </a:p>
      </dgm:t>
    </dgm:pt>
    <dgm:pt modelId="{33BE9A9F-F404-481C-9DFF-894E7F601CC4}" type="parTrans" cxnId="{A6C68C67-CDE7-4AFB-9490-59313E1455C7}">
      <dgm:prSet/>
      <dgm:spPr/>
      <dgm:t>
        <a:bodyPr/>
        <a:lstStyle/>
        <a:p>
          <a:endParaRPr lang="en-US"/>
        </a:p>
      </dgm:t>
    </dgm:pt>
    <dgm:pt modelId="{E9A5E15F-0569-4F30-9A1D-A094DDF73F29}" type="sibTrans" cxnId="{A6C68C67-CDE7-4AFB-9490-59313E1455C7}">
      <dgm:prSet/>
      <dgm:spPr/>
      <dgm:t>
        <a:bodyPr/>
        <a:lstStyle/>
        <a:p>
          <a:endParaRPr lang="en-US"/>
        </a:p>
      </dgm:t>
    </dgm:pt>
    <dgm:pt modelId="{25A1C78C-8DEB-43D5-B7E2-3F3B6ED653C0}">
      <dgm:prSet/>
      <dgm:spPr/>
      <dgm:t>
        <a:bodyPr/>
        <a:lstStyle/>
        <a:p>
          <a:r>
            <a:rPr lang="nl-NL" err="1"/>
            <a:t>Showing</a:t>
          </a:r>
          <a:r>
            <a:rPr lang="nl-NL"/>
            <a:t> </a:t>
          </a:r>
          <a:r>
            <a:rPr lang="nl-NL" err="1"/>
            <a:t>comparisons</a:t>
          </a:r>
          <a:r>
            <a:rPr lang="nl-NL"/>
            <a:t> </a:t>
          </a:r>
          <a:r>
            <a:rPr lang="nl-NL" err="1"/>
            <a:t>with</a:t>
          </a:r>
          <a:r>
            <a:rPr lang="nl-NL"/>
            <a:t> traditional processing </a:t>
          </a:r>
          <a:r>
            <a:rPr lang="nl-NL" err="1"/>
            <a:t>methods</a:t>
          </a:r>
          <a:endParaRPr lang="nl-NL"/>
        </a:p>
      </dgm:t>
    </dgm:pt>
    <dgm:pt modelId="{F74B1AD0-1A56-481D-8E2F-2928F2342A52}" type="parTrans" cxnId="{2886A7D1-EBCE-4DFC-88E6-1A11618A078F}">
      <dgm:prSet/>
      <dgm:spPr/>
      <dgm:t>
        <a:bodyPr/>
        <a:lstStyle/>
        <a:p>
          <a:endParaRPr lang="en-US"/>
        </a:p>
      </dgm:t>
    </dgm:pt>
    <dgm:pt modelId="{BD4F47FC-4772-4173-83AF-A0176FDEA2E7}" type="sibTrans" cxnId="{2886A7D1-EBCE-4DFC-88E6-1A11618A078F}">
      <dgm:prSet/>
      <dgm:spPr/>
      <dgm:t>
        <a:bodyPr/>
        <a:lstStyle/>
        <a:p>
          <a:endParaRPr lang="en-US"/>
        </a:p>
      </dgm:t>
    </dgm:pt>
    <dgm:pt modelId="{7E315B87-2EEA-4D31-A252-B8B789252805}">
      <dgm:prSet/>
      <dgm:spPr/>
      <dgm:t>
        <a:bodyPr/>
        <a:lstStyle/>
        <a:p>
          <a:r>
            <a:rPr lang="en-US"/>
            <a:t>Clarifying when Streams are useful (and when they aren't)</a:t>
          </a:r>
        </a:p>
      </dgm:t>
    </dgm:pt>
    <dgm:pt modelId="{592E3047-C5EF-4DB3-BD6F-4B90ADB0E7AF}" type="parTrans" cxnId="{90DEC218-B9AE-40E3-A06D-C864A5CDA7C0}">
      <dgm:prSet/>
      <dgm:spPr/>
      <dgm:t>
        <a:bodyPr/>
        <a:lstStyle/>
        <a:p>
          <a:endParaRPr lang="en-US"/>
        </a:p>
      </dgm:t>
    </dgm:pt>
    <dgm:pt modelId="{1216C186-E64A-47A6-9018-CE5AFBFFA69D}" type="sibTrans" cxnId="{90DEC218-B9AE-40E3-A06D-C864A5CDA7C0}">
      <dgm:prSet/>
      <dgm:spPr/>
      <dgm:t>
        <a:bodyPr/>
        <a:lstStyle/>
        <a:p>
          <a:endParaRPr lang="en-US"/>
        </a:p>
      </dgm:t>
    </dgm:pt>
    <dgm:pt modelId="{BBF3801E-88BE-4E2F-B189-0072C52A41A4}" type="pres">
      <dgm:prSet presAssocID="{205D1255-3E73-4068-916A-0FBFC42872E2}" presName="linear" presStyleCnt="0">
        <dgm:presLayoutVars>
          <dgm:animLvl val="lvl"/>
          <dgm:resizeHandles val="exact"/>
        </dgm:presLayoutVars>
      </dgm:prSet>
      <dgm:spPr/>
    </dgm:pt>
    <dgm:pt modelId="{FEF1614C-8408-4993-8B39-214A250443C8}" type="pres">
      <dgm:prSet presAssocID="{442DA236-FA1D-406E-BB46-DD9858DD1FA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E1B0BAC-1F5E-4439-B2DA-AF0EBBAA9310}" type="pres">
      <dgm:prSet presAssocID="{442DA236-FA1D-406E-BB46-DD9858DD1FA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C0FD00A-9038-48A3-8105-126538C5FB52}" type="presOf" srcId="{791439AF-82EF-47FB-B770-0E2DDE9DB597}" destId="{8E1B0BAC-1F5E-4439-B2DA-AF0EBBAA9310}" srcOrd="0" destOrd="0" presId="urn:microsoft.com/office/officeart/2005/8/layout/vList2"/>
    <dgm:cxn modelId="{90DEC218-B9AE-40E3-A06D-C864A5CDA7C0}" srcId="{442DA236-FA1D-406E-BB46-DD9858DD1FA7}" destId="{7E315B87-2EEA-4D31-A252-B8B789252805}" srcOrd="3" destOrd="0" parTransId="{592E3047-C5EF-4DB3-BD6F-4B90ADB0E7AF}" sibTransId="{1216C186-E64A-47A6-9018-CE5AFBFFA69D}"/>
    <dgm:cxn modelId="{DD74381F-06F7-48E8-9318-2AC5717D1579}" srcId="{205D1255-3E73-4068-916A-0FBFC42872E2}" destId="{442DA236-FA1D-406E-BB46-DD9858DD1FA7}" srcOrd="0" destOrd="0" parTransId="{D10DAA68-8A67-465C-9A6A-F0CC8803DFF8}" sibTransId="{A367453C-AEF6-47C3-A7B5-58D9CF1E7164}"/>
    <dgm:cxn modelId="{907E8D2A-1A3A-4A26-827F-81094B6114FA}" type="presOf" srcId="{7E315B87-2EEA-4D31-A252-B8B789252805}" destId="{8E1B0BAC-1F5E-4439-B2DA-AF0EBBAA9310}" srcOrd="0" destOrd="3" presId="urn:microsoft.com/office/officeart/2005/8/layout/vList2"/>
    <dgm:cxn modelId="{E1548530-505F-4C86-94A7-67ED0218E0A1}" type="presOf" srcId="{9D087792-0524-4A8F-86B5-A73720FBAECF}" destId="{8E1B0BAC-1F5E-4439-B2DA-AF0EBBAA9310}" srcOrd="0" destOrd="1" presId="urn:microsoft.com/office/officeart/2005/8/layout/vList2"/>
    <dgm:cxn modelId="{A6C68C67-CDE7-4AFB-9490-59313E1455C7}" srcId="{442DA236-FA1D-406E-BB46-DD9858DD1FA7}" destId="{9D087792-0524-4A8F-86B5-A73720FBAECF}" srcOrd="1" destOrd="0" parTransId="{33BE9A9F-F404-481C-9DFF-894E7F601CC4}" sibTransId="{E9A5E15F-0569-4F30-9A1D-A094DDF73F29}"/>
    <dgm:cxn modelId="{2111056E-3C65-4702-B61C-525B433FE4FE}" type="presOf" srcId="{442DA236-FA1D-406E-BB46-DD9858DD1FA7}" destId="{FEF1614C-8408-4993-8B39-214A250443C8}" srcOrd="0" destOrd="0" presId="urn:microsoft.com/office/officeart/2005/8/layout/vList2"/>
    <dgm:cxn modelId="{59BDCFA2-C690-454F-8118-2E40B7B6BB27}" type="presOf" srcId="{25A1C78C-8DEB-43D5-B7E2-3F3B6ED653C0}" destId="{8E1B0BAC-1F5E-4439-B2DA-AF0EBBAA9310}" srcOrd="0" destOrd="2" presId="urn:microsoft.com/office/officeart/2005/8/layout/vList2"/>
    <dgm:cxn modelId="{108433A4-C4E7-4CEE-9C06-EA17999BD974}" type="presOf" srcId="{205D1255-3E73-4068-916A-0FBFC42872E2}" destId="{BBF3801E-88BE-4E2F-B189-0072C52A41A4}" srcOrd="0" destOrd="0" presId="urn:microsoft.com/office/officeart/2005/8/layout/vList2"/>
    <dgm:cxn modelId="{93B341A6-00CF-4CEB-9E69-D4FDE55A48DB}" srcId="{442DA236-FA1D-406E-BB46-DD9858DD1FA7}" destId="{791439AF-82EF-47FB-B770-0E2DDE9DB597}" srcOrd="0" destOrd="0" parTransId="{C57A90CF-6C4E-464D-B6D9-D0AF402601BA}" sibTransId="{70B61D03-7BF8-48A0-AC49-51F66D8573BD}"/>
    <dgm:cxn modelId="{2886A7D1-EBCE-4DFC-88E6-1A11618A078F}" srcId="{442DA236-FA1D-406E-BB46-DD9858DD1FA7}" destId="{25A1C78C-8DEB-43D5-B7E2-3F3B6ED653C0}" srcOrd="2" destOrd="0" parTransId="{F74B1AD0-1A56-481D-8E2F-2928F2342A52}" sibTransId="{BD4F47FC-4772-4173-83AF-A0176FDEA2E7}"/>
    <dgm:cxn modelId="{85726CB8-304E-485A-96E3-4327F5316D85}" type="presParOf" srcId="{BBF3801E-88BE-4E2F-B189-0072C52A41A4}" destId="{FEF1614C-8408-4993-8B39-214A250443C8}" srcOrd="0" destOrd="0" presId="urn:microsoft.com/office/officeart/2005/8/layout/vList2"/>
    <dgm:cxn modelId="{5F85D768-DE54-4F81-A477-A6D5E400E152}" type="presParOf" srcId="{BBF3801E-88BE-4E2F-B189-0072C52A41A4}" destId="{8E1B0BAC-1F5E-4439-B2DA-AF0EBBAA93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F1614C-8408-4993-8B39-214A250443C8}">
      <dsp:nvSpPr>
        <dsp:cNvPr id="0" name=""/>
        <dsp:cNvSpPr/>
      </dsp:nvSpPr>
      <dsp:spPr>
        <a:xfrm>
          <a:off x="0" y="286839"/>
          <a:ext cx="5181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 Display" panose="02110004020202020204"/>
            </a:rPr>
            <a:t>Purpose</a:t>
          </a:r>
          <a:r>
            <a:rPr lang="en-US" sz="3100" kern="1200"/>
            <a:t> of the presentation:</a:t>
          </a:r>
        </a:p>
      </dsp:txBody>
      <dsp:txXfrm>
        <a:off x="37182" y="324021"/>
        <a:ext cx="5107236" cy="687306"/>
      </dsp:txXfrm>
    </dsp:sp>
    <dsp:sp modelId="{8E1B0BAC-1F5E-4439-B2DA-AF0EBBAA9310}">
      <dsp:nvSpPr>
        <dsp:cNvPr id="0" name=""/>
        <dsp:cNvSpPr/>
      </dsp:nvSpPr>
      <dsp:spPr>
        <a:xfrm>
          <a:off x="0" y="1048509"/>
          <a:ext cx="5181600" cy="3015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l-NL" sz="2400" kern="1200" err="1"/>
            <a:t>Explaining</a:t>
          </a:r>
          <a:r>
            <a:rPr lang="nl-NL" sz="2400" kern="1200"/>
            <a:t> </a:t>
          </a:r>
          <a:r>
            <a:rPr lang="nl-NL" sz="2400" kern="1200" err="1"/>
            <a:t>what</a:t>
          </a:r>
          <a:r>
            <a:rPr lang="nl-NL" sz="2400" kern="1200"/>
            <a:t> Streams are in Java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l-NL" sz="2400" kern="1200" err="1"/>
            <a:t>Showing</a:t>
          </a:r>
          <a:r>
            <a:rPr lang="nl-NL" sz="2400" kern="1200"/>
            <a:t> </a:t>
          </a:r>
          <a:r>
            <a:rPr lang="nl-NL" sz="2400" kern="1200" err="1"/>
            <a:t>how</a:t>
          </a:r>
          <a:r>
            <a:rPr lang="nl-NL" sz="2400" kern="1200"/>
            <a:t> </a:t>
          </a:r>
          <a:r>
            <a:rPr lang="nl-NL" sz="2400" kern="1200" err="1">
              <a:latin typeface="Aptos Display" panose="02110004020202020204"/>
            </a:rPr>
            <a:t>Stsreams</a:t>
          </a:r>
          <a:r>
            <a:rPr lang="nl-NL" sz="2400" kern="1200"/>
            <a:t> </a:t>
          </a:r>
          <a:r>
            <a:rPr lang="nl-NL" sz="2400" kern="1200" err="1"/>
            <a:t>process</a:t>
          </a:r>
          <a:r>
            <a:rPr lang="nl-NL" sz="2400" kern="1200"/>
            <a:t> data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l-NL" sz="2400" kern="1200" err="1"/>
            <a:t>Showing</a:t>
          </a:r>
          <a:r>
            <a:rPr lang="nl-NL" sz="2400" kern="1200"/>
            <a:t> </a:t>
          </a:r>
          <a:r>
            <a:rPr lang="nl-NL" sz="2400" kern="1200" err="1"/>
            <a:t>comparisons</a:t>
          </a:r>
          <a:r>
            <a:rPr lang="nl-NL" sz="2400" kern="1200"/>
            <a:t> </a:t>
          </a:r>
          <a:r>
            <a:rPr lang="nl-NL" sz="2400" kern="1200" err="1"/>
            <a:t>with</a:t>
          </a:r>
          <a:r>
            <a:rPr lang="nl-NL" sz="2400" kern="1200"/>
            <a:t> traditional processing </a:t>
          </a:r>
          <a:r>
            <a:rPr lang="nl-NL" sz="2400" kern="1200" err="1"/>
            <a:t>methods</a:t>
          </a:r>
          <a:endParaRPr lang="nl-NL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Clarifying when Streams are useful (and when they aren't)</a:t>
          </a:r>
        </a:p>
      </dsp:txBody>
      <dsp:txXfrm>
        <a:off x="0" y="1048509"/>
        <a:ext cx="5181600" cy="3015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d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nl-NL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4C4F14-3F18-4E20-97B1-233AF349A5F2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</a:t>
            </a:r>
            <a:r>
              <a:rPr b="0" lang="en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text format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</a:t>
            </a:r>
            <a:r>
              <a:rPr b="0" lang="en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Level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en verticale teks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</a:t>
            </a: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tekststijl van het </a:t>
            </a: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F98E1D-2165-4D9D-A87A-4D6A7C6D4D73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e titel en teks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</a:t>
            </a: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tekststijl van het </a:t>
            </a: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C1DE38-DDD9-4406-A8C2-6A8810EA6D57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en 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</a:t>
            </a: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het 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C9CAA-F9F9-44FD-9FA6-43DA4B07227E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eko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nl-NL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F0677C-3822-4F62-A6CD-1C7469C72CE9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nhoud van twe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EF8CCD-4B4D-4D19-B26A-BB30B5E9D134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elijk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F43A92-FD32-40BC-BC14-C9286C67AD0C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Alleen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5999F-D530-410C-A288-0A638C348A97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234C7-D46E-4412-8ADB-5AE8AD2E6CFF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oud met bij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Tweede niveau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Derde niveau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Vijfde niveau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nl-NL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A4F8AE-EBAE-4655-B3D7-AFFC7CB3F869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fbeelding met bij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 om stijl te bewerken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L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nl-NL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Klikken om de tekststijl van het model te bewerken</a:t>
            </a:r>
            <a:endParaRPr b="0" lang="en-NL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0207E-553A-4FB0-96AF-682991E37217}" type="slidenum">
              <a:rPr b="0" lang="en-NL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docs.oracle.com/en/java/javase/21/docs/api/java.base/java/util/stream/Stream.html" TargetMode="External"/><Relationship Id="rId2" Type="http://schemas.openxmlformats.org/officeDocument/2006/relationships/hyperlink" Target="https://docs.oracle.com/javase/tutorial/collections/streams/index.html" TargetMode="External"/><Relationship Id="rId3" Type="http://schemas.openxmlformats.org/officeDocument/2006/relationships/hyperlink" Target="https://www.w3schools.com/java/java_stream.asp" TargetMode="External"/><Relationship Id="rId4" Type="http://schemas.openxmlformats.org/officeDocument/2006/relationships/hyperlink" Target="https://www.geeksforgeeks.org/stream-in-java/" TargetMode="External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590520" y="4267800"/>
            <a:ext cx="4805640" cy="129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nl-NL" sz="2800" strike="noStrike" u="none">
                <a:solidFill>
                  <a:schemeClr val="dk2"/>
                </a:solidFill>
                <a:effectLst/>
                <a:uFillTx/>
                <a:latin typeface="Aptos Display"/>
              </a:rPr>
              <a:t>Java Streams</a:t>
            </a:r>
            <a:br>
              <a:rPr sz="2800"/>
            </a:br>
            <a:r>
              <a:rPr b="0" lang="nl-NL" sz="2800" strike="noStrike" u="none">
                <a:solidFill>
                  <a:schemeClr val="dk2"/>
                </a:solidFill>
                <a:effectLst/>
                <a:uFillTx/>
                <a:latin typeface="Aptos Display"/>
              </a:rPr>
              <a:t> Dataprocessing with the Stream API</a:t>
            </a:r>
            <a:endParaRPr b="0" lang="en-NL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590880" y="3429000"/>
            <a:ext cx="4805280" cy="8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Akif Goge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2"/>
                </a:solidFill>
                <a:effectLst/>
                <a:uFillTx/>
                <a:latin typeface="Aptos"/>
              </a:rPr>
              <a:t>18-11-2025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raphic 6" descr="Web Design"/>
          <p:cNvSpPr/>
          <p:nvPr/>
        </p:nvSpPr>
        <p:spPr>
          <a:xfrm>
            <a:off x="340560" y="1815480"/>
            <a:ext cx="4141440" cy="4141440"/>
          </a:xfrm>
          <a:custGeom>
            <a:avLst/>
            <a:gdLst>
              <a:gd name="textAreaLeft" fmla="*/ 0 w 4141440"/>
              <a:gd name="textAreaRight" fmla="*/ 4141800 w 4141440"/>
              <a:gd name="textAreaTop" fmla="*/ 0 h 4141440"/>
              <a:gd name="textAreaBottom" fmla="*/ 4141800 h 4141440"/>
            </a:gdLst>
            <a:ahLst/>
            <a:cxnLst/>
            <a:rect l="textAreaLeft" t="textAreaTop" r="textAreaRight" b="textAreaBottom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4680" y="-6120"/>
            <a:ext cx="6238440" cy="6863760"/>
            <a:chOff x="-4680" y="-6120"/>
            <a:chExt cx="6238440" cy="6863760"/>
          </a:xfrm>
        </p:grpSpPr>
        <p:sp>
          <p:nvSpPr>
            <p:cNvPr id="64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5040" y="34920"/>
              <a:ext cx="6028200" cy="6816960"/>
            </a:xfrm>
            <a:custGeom>
              <a:avLst/>
              <a:gdLst>
                <a:gd name="textAreaLeft" fmla="*/ -360 w 6028200"/>
                <a:gd name="textAreaRight" fmla="*/ 6028200 w 6028200"/>
                <a:gd name="textAreaTop" fmla="*/ 0 h 6816960"/>
                <a:gd name="textAreaBottom" fmla="*/ 6817320 h 6816960"/>
                <a:gd name="GluePoint1X" fmla="*/ 6028697 w 6028697"/>
                <a:gd name="GluePoint1Y" fmla="*/ 6155323 h 6817170"/>
                <a:gd name="GluePoint2X" fmla="*/ 6028697 w 6028697"/>
                <a:gd name="GluePoint2Y" fmla="*/ 6817170 h 6817170"/>
                <a:gd name="GluePoint3X" fmla="*/ 5157862 w 6028697"/>
                <a:gd name="GluePoint3Y" fmla="*/ 6817170 h 6817170"/>
                <a:gd name="GluePoint4X" fmla="*/ 5347156 w 6028697"/>
                <a:gd name="GluePoint4Y" fmla="*/ 6687553 h 6817170"/>
                <a:gd name="GluePoint5X" fmla="*/ 5487470 w 6028697"/>
                <a:gd name="GluePoint5Y" fmla="*/ 6581714 h 6817170"/>
                <a:gd name="GluePoint6X" fmla="*/ 5627642 w 6028697"/>
                <a:gd name="GluePoint6Y" fmla="*/ 6472328 h 6817170"/>
                <a:gd name="GluePoint7X" fmla="*/ 5911392 w 6028697"/>
                <a:gd name="GluePoint7Y" fmla="*/ 6245328 h 6817170"/>
                <a:gd name="GluePoint8X" fmla="*/ 4481066 w 6028697"/>
                <a:gd name="GluePoint8Y" fmla="*/ 478 h 6817170"/>
                <a:gd name="GluePoint9X" fmla="*/ 4672258 w 6028697"/>
                <a:gd name="GluePoint9Y" fmla="*/ 7519 h 6817170"/>
                <a:gd name="GluePoint10X" fmla="*/ 5429869 w 6028697"/>
                <a:gd name="GluePoint10Y" fmla="*/ 125134 h 6817170"/>
                <a:gd name="GluePoint11X" fmla="*/ 5976319 w 6028697"/>
                <a:gd name="GluePoint11Y" fmla="*/ 314893 h 6817170"/>
                <a:gd name="GluePoint12X" fmla="*/ 6028697 w 6028697"/>
                <a:gd name="GluePoint12Y" fmla="*/ 339901 h 6817170"/>
                <a:gd name="GluePoint13X" fmla="*/ 6028697 w 6028697"/>
                <a:gd name="GluePoint13Y" fmla="*/ 732458 h 6817170"/>
                <a:gd name="GluePoint14X" fmla="*/ 5990985 w 6028697"/>
                <a:gd name="GluePoint14Y" fmla="*/ 712211 h 6817170"/>
                <a:gd name="GluePoint15X" fmla="*/ 5341339 w 6028697"/>
                <a:gd name="GluePoint15Y" fmla="*/ 475281 h 6817170"/>
                <a:gd name="GluePoint16X" fmla="*/ 4651969 w 6028697"/>
                <a:gd name="GluePoint16Y" fmla="*/ 377104 h 6817170"/>
                <a:gd name="GluePoint17X" fmla="*/ 3953093 w 6028697"/>
                <a:gd name="GluePoint17Y" fmla="*/ 402498 h 6817170"/>
                <a:gd name="GluePoint18X" fmla="*/ 3267413 w 6028697"/>
                <a:gd name="GluePoint18Y" fmla="*/ 546643 h 6817170"/>
                <a:gd name="GluePoint19X" fmla="*/ 1439498 w 6028697"/>
                <a:gd name="GluePoint19Y" fmla="*/ 1568141 h 6817170"/>
                <a:gd name="GluePoint20X" fmla="*/ 960671 w 6028697"/>
                <a:gd name="GluePoint20Y" fmla="*/ 2082013 h 6817170"/>
                <a:gd name="GluePoint21X" fmla="*/ 581866 w 6028697"/>
                <a:gd name="GluePoint21Y" fmla="*/ 2672638 h 6817170"/>
                <a:gd name="GluePoint22X" fmla="*/ 324789 w 6028697"/>
                <a:gd name="GluePoint22Y" fmla="*/ 3325262 h 6817170"/>
                <a:gd name="GluePoint23X" fmla="*/ 231151 w 6028697"/>
                <a:gd name="GluePoint23Y" fmla="*/ 4022292 h 6817170"/>
                <a:gd name="GluePoint24X" fmla="*/ 270592 w 6028697"/>
                <a:gd name="GluePoint24Y" fmla="*/ 4362792 h 6817170"/>
                <a:gd name="GluePoint25X" fmla="*/ 387213 w 6028697"/>
                <a:gd name="GluePoint25Y" fmla="*/ 4681585 h 6817170"/>
                <a:gd name="GluePoint26X" fmla="*/ 468507 w 6028697"/>
                <a:gd name="GluePoint26Y" fmla="*/ 4831546 h 6817170"/>
                <a:gd name="GluePoint27X" fmla="*/ 561862 w 6028697"/>
                <a:gd name="GluePoint27Y" fmla="*/ 4976826 h 6817170"/>
                <a:gd name="GluePoint28X" fmla="*/ 777511 w 6028697"/>
                <a:gd name="GluePoint28Y" fmla="*/ 5257597 h 6817170"/>
                <a:gd name="GluePoint29X" fmla="*/ 1010895 w 6028697"/>
                <a:gd name="GluePoint29Y" fmla="*/ 5540494 h 6817170"/>
                <a:gd name="GluePoint30X" fmla="*/ 1126948 w 6028697"/>
                <a:gd name="GluePoint30Y" fmla="*/ 5688186 h 6817170"/>
                <a:gd name="GluePoint31X" fmla="*/ 1182706 w 6028697"/>
                <a:gd name="GluePoint31Y" fmla="*/ 5760543 h 6817170"/>
                <a:gd name="GluePoint32X" fmla="*/ 1237327 w 6028697"/>
                <a:gd name="GluePoint32Y" fmla="*/ 5830060 h 6817170"/>
                <a:gd name="GluePoint33X" fmla="*/ 1706649 w 6028697"/>
                <a:gd name="GluePoint33Y" fmla="*/ 6342797 h 6817170"/>
                <a:gd name="GluePoint34X" fmla="*/ 1956207 w 6028697"/>
                <a:gd name="GluePoint34Y" fmla="*/ 6573484 h 6817170"/>
                <a:gd name="GluePoint35X" fmla="*/ 2217681 w 6028697"/>
                <a:gd name="GluePoint35Y" fmla="*/ 6786297 h 6817170"/>
                <a:gd name="GluePoint36X" fmla="*/ 2260820 w 6028697"/>
                <a:gd name="GluePoint36Y" fmla="*/ 6817170 h 6817170"/>
                <a:gd name="GluePoint37X" fmla="*/ 1429497 w 6028697"/>
                <a:gd name="GluePoint37Y" fmla="*/ 6817170 h 6817170"/>
                <a:gd name="GluePoint38X" fmla="*/ 1327275 w 6028697"/>
                <a:gd name="GluePoint38Y" fmla="*/ 6713800 h 6817170"/>
                <a:gd name="GluePoint39X" fmla="*/ 1080556 w 6028697"/>
                <a:gd name="GluePoint39Y" fmla="*/ 6414443 h 6817170"/>
                <a:gd name="GluePoint40X" fmla="*/ 865189 w 6028697"/>
                <a:gd name="GluePoint40Y" fmla="*/ 6097496 h 6817170"/>
                <a:gd name="GluePoint41X" fmla="*/ 814823 w 6028697"/>
                <a:gd name="GluePoint41Y" fmla="*/ 6016911 h 6817170"/>
                <a:gd name="GluePoint42X" fmla="*/ 766729 w 6028697"/>
                <a:gd name="GluePoint42Y" fmla="*/ 5938453 h 6817170"/>
                <a:gd name="GluePoint43X" fmla="*/ 671672 w 6028697"/>
                <a:gd name="GluePoint43Y" fmla="*/ 5786648 h 6817170"/>
                <a:gd name="GluePoint44X" fmla="*/ 474608 w 6028697"/>
                <a:gd name="GluePoint44Y" fmla="*/ 5474664 h 6817170"/>
                <a:gd name="GluePoint45X" fmla="*/ 282652 w 6028697"/>
                <a:gd name="GluePoint45Y" fmla="*/ 5146508 h 6817170"/>
                <a:gd name="GluePoint46X" fmla="*/ 196108 w 6028697"/>
                <a:gd name="GluePoint46Y" fmla="*/ 4972712 h 6817170"/>
                <a:gd name="GluePoint47X" fmla="*/ 122474 w 6028697"/>
                <a:gd name="GluePoint47Y" fmla="*/ 4791821 h 6817170"/>
                <a:gd name="GluePoint48X" fmla="*/ 65724 w 6028697"/>
                <a:gd name="GluePoint48Y" fmla="*/ 4603129 h 6817170"/>
                <a:gd name="GluePoint49X" fmla="*/ 44727 w 6028697"/>
                <a:gd name="GluePoint49Y" fmla="*/ 4506937 h 6817170"/>
                <a:gd name="GluePoint50X" fmla="*/ 35505 w 6028697"/>
                <a:gd name="GluePoint50Y" fmla="*/ 4458699 h 6817170"/>
                <a:gd name="GluePoint51X" fmla="*/ 27845 w 6028697"/>
                <a:gd name="GluePoint51Y" fmla="*/ 4410320 h 6817170"/>
                <a:gd name="GluePoint52X" fmla="*/ 37 w 6028697"/>
                <a:gd name="GluePoint52Y" fmla="*/ 4022292 h 6817170"/>
                <a:gd name="GluePoint53X" fmla="*/ 78777 w 6028697"/>
                <a:gd name="GluePoint53Y" fmla="*/ 3267236 h 6817170"/>
                <a:gd name="GluePoint54X" fmla="*/ 315424 w 6028697"/>
                <a:gd name="GluePoint54Y" fmla="*/ 2543673 h 6817170"/>
                <a:gd name="GluePoint55X" fmla="*/ 1202710 w 6028697"/>
                <a:gd name="GluePoint55Y" fmla="*/ 1314895 h 6817170"/>
                <a:gd name="GluePoint56X" fmla="*/ 1791065 w 6028697"/>
                <a:gd name="GluePoint56Y" fmla="*/ 833514 h 6817170"/>
                <a:gd name="GluePoint57X" fmla="*/ 3908404 w 6028697"/>
                <a:gd name="GluePoint57Y" fmla="*/ 29794 h 6817170"/>
                <a:gd name="GluePoint58X" fmla="*/ 4481066 w 6028697"/>
                <a:gd name="GluePoint58Y" fmla="*/ 478 h 68171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</a:cxnLst>
              <a:rect l="textAreaLeft" t="textAreaTop" r="textAreaRight" b="textAreaBottom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5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4320" y="0"/>
              <a:ext cx="6164640" cy="6857640"/>
            </a:xfrm>
            <a:custGeom>
              <a:avLst/>
              <a:gdLst>
                <a:gd name="textAreaLeft" fmla="*/ 360 w 6164640"/>
                <a:gd name="textAreaRight" fmla="*/ 6165360 w 6164640"/>
                <a:gd name="textAreaTop" fmla="*/ 0 h 6857640"/>
                <a:gd name="textAreaBottom" fmla="*/ 6858000 h 6857640"/>
                <a:gd name="GluePoint1X" fmla="*/ 6264586 w 6264586"/>
                <a:gd name="GluePoint1Y" fmla="*/ 6646464 h 6858001"/>
                <a:gd name="GluePoint2X" fmla="*/ 6264586 w 6264586"/>
                <a:gd name="GluePoint2Y" fmla="*/ 6858001 h 6858001"/>
                <a:gd name="GluePoint3X" fmla="*/ 5997170 w 6264586"/>
                <a:gd name="GluePoint3Y" fmla="*/ 6858001 h 6858001"/>
                <a:gd name="GluePoint4X" fmla="*/ 6121512 w 6264586"/>
                <a:gd name="GluePoint4Y" fmla="*/ 6761029 h 6858001"/>
                <a:gd name="GluePoint5X" fmla="*/ 2693206 w 6264586"/>
                <a:gd name="GluePoint5Y" fmla="*/ 0 h 6858001"/>
                <a:gd name="GluePoint6X" fmla="*/ 5872285 w 6264586"/>
                <a:gd name="GluePoint6Y" fmla="*/ 0 h 6858001"/>
                <a:gd name="GluePoint7X" fmla="*/ 6024875 w 6264586"/>
                <a:gd name="GluePoint7Y" fmla="*/ 68385 h 6858001"/>
                <a:gd name="GluePoint8X" fmla="*/ 6206432 w 6264586"/>
                <a:gd name="GluePoint8Y" fmla="*/ 162336 h 6858001"/>
                <a:gd name="GluePoint9X" fmla="*/ 6264586 w 6264586"/>
                <a:gd name="GluePoint9Y" fmla="*/ 196704 h 6858001"/>
                <a:gd name="GluePoint10X" fmla="*/ 6264586 w 6264586"/>
                <a:gd name="GluePoint10Y" fmla="*/ 537242 h 6858001"/>
                <a:gd name="GluePoint11X" fmla="*/ 6230189 w 6264586"/>
                <a:gd name="GluePoint11Y" fmla="*/ 517260 h 6858001"/>
                <a:gd name="GluePoint12X" fmla="*/ 5540536 w 6264586"/>
                <a:gd name="GluePoint12Y" fmla="*/ 249543 h 6858001"/>
                <a:gd name="GluePoint13X" fmla="*/ 5178896 w 6264586"/>
                <a:gd name="GluePoint13Y" fmla="*/ 178606 h 6858001"/>
                <a:gd name="GluePoint14X" fmla="*/ 4814279 w 6264586"/>
                <a:gd name="GluePoint14Y" fmla="*/ 146683 h 6858001"/>
                <a:gd name="GluePoint15X" fmla="*/ 4655095 w 6264586"/>
                <a:gd name="GluePoint15Y" fmla="*/ 143421 h 6858001"/>
                <a:gd name="GluePoint16X" fmla="*/ 4081069 w 6264586"/>
                <a:gd name="GluePoint16Y" fmla="*/ 185983 h 6858001"/>
                <a:gd name="GluePoint17X" fmla="*/ 3720566 w 6264586"/>
                <a:gd name="GluePoint17Y" fmla="*/ 256921 h 6858001"/>
                <a:gd name="GluePoint18X" fmla="*/ 3365879 w 6264586"/>
                <a:gd name="GluePoint18Y" fmla="*/ 357651 h 6858001"/>
                <a:gd name="GluePoint19X" fmla="*/ 3020555 w 6264586"/>
                <a:gd name="GluePoint19Y" fmla="*/ 486190 h 6858001"/>
                <a:gd name="GluePoint20X" fmla="*/ 2685163 w 6264586"/>
                <a:gd name="GluePoint20Y" fmla="*/ 641542 h 6858001"/>
                <a:gd name="GluePoint21X" fmla="*/ 2047720 w 6264586"/>
                <a:gd name="GluePoint21Y" fmla="*/ 1025030 h 6858001"/>
                <a:gd name="GluePoint22X" fmla="*/ 1897333 w 6264586"/>
                <a:gd name="GluePoint22Y" fmla="*/ 1134983 h 6858001"/>
                <a:gd name="GluePoint23X" fmla="*/ 1835758 w 6264586"/>
                <a:gd name="GluePoint23Y" fmla="*/ 1182227 h 6858001"/>
                <a:gd name="GluePoint24X" fmla="*/ 1823273 w 6264586"/>
                <a:gd name="GluePoint24Y" fmla="*/ 1192016 h 6858001"/>
                <a:gd name="GluePoint25X" fmla="*/ 1750918 w 6264586"/>
                <a:gd name="GluePoint25Y" fmla="*/ 1249760 h 6858001"/>
                <a:gd name="GluePoint26X" fmla="*/ 1469297 w 6264586"/>
                <a:gd name="GluePoint26Y" fmla="*/ 1496906 h 6858001"/>
                <a:gd name="GluePoint27X" fmla="*/ 967769 w 6264586"/>
                <a:gd name="GluePoint27Y" fmla="*/ 2056602 h 6858001"/>
                <a:gd name="GluePoint28X" fmla="*/ 754105 w 6264586"/>
                <a:gd name="GluePoint28Y" fmla="*/ 2368727 h 6858001"/>
                <a:gd name="GluePoint29X" fmla="*/ 572364 w 6264586"/>
                <a:gd name="GluePoint29Y" fmla="*/ 2701140 h 6858001"/>
                <a:gd name="GluePoint30X" fmla="*/ 532497 w 6264586"/>
                <a:gd name="GluePoint30Y" fmla="*/ 2786265 h 6858001"/>
                <a:gd name="GluePoint31X" fmla="*/ 512918 w 6264586"/>
                <a:gd name="GluePoint31Y" fmla="*/ 2828827 h 6858001"/>
                <a:gd name="GluePoint32X" fmla="*/ 494475 w 6264586"/>
                <a:gd name="GluePoint32Y" fmla="*/ 2872240 h 6858001"/>
                <a:gd name="GluePoint33X" fmla="*/ 491637 w 6264586"/>
                <a:gd name="GluePoint33Y" fmla="*/ 2878908 h 6858001"/>
                <a:gd name="GluePoint34X" fmla="*/ 459290 w 6264586"/>
                <a:gd name="GluePoint34Y" fmla="*/ 2959635 h 6858001"/>
                <a:gd name="GluePoint35X" fmla="*/ 446805 w 6264586"/>
                <a:gd name="GluePoint35Y" fmla="*/ 2992408 h 6858001"/>
                <a:gd name="GluePoint36X" fmla="*/ 426090 w 6264586"/>
                <a:gd name="GluePoint36Y" fmla="*/ 3049158 h 6858001"/>
                <a:gd name="GluePoint37X" fmla="*/ 426090 w 6264586"/>
                <a:gd name="GluePoint37Y" fmla="*/ 3049867 h 6858001"/>
                <a:gd name="GluePoint38X" fmla="*/ 318124 w 6264586"/>
                <a:gd name="GluePoint38Y" fmla="*/ 3414202 h 6858001"/>
                <a:gd name="GluePoint39X" fmla="*/ 230729 w 6264586"/>
                <a:gd name="GluePoint39Y" fmla="*/ 4169260 h 6858001"/>
                <a:gd name="GluePoint40X" fmla="*/ 268893 w 6264586"/>
                <a:gd name="GluePoint40Y" fmla="*/ 4544236 h 6858001"/>
                <a:gd name="GluePoint41X" fmla="*/ 379840 w 6264586"/>
                <a:gd name="GluePoint41Y" fmla="*/ 4900056 h 6858001"/>
                <a:gd name="GluePoint42X" fmla="*/ 406512 w 6264586"/>
                <a:gd name="GluePoint42Y" fmla="*/ 4960211 h 6858001"/>
                <a:gd name="GluePoint43X" fmla="*/ 417862 w 6264586"/>
                <a:gd name="GluePoint43Y" fmla="*/ 4984613 h 6858001"/>
                <a:gd name="GluePoint44X" fmla="*/ 428077 w 6264586"/>
                <a:gd name="GluePoint44Y" fmla="*/ 5005043 h 6858001"/>
                <a:gd name="GluePoint45X" fmla="*/ 460140 w 6264586"/>
                <a:gd name="GluePoint45Y" fmla="*/ 5067327 h 6858001"/>
                <a:gd name="GluePoint46X" fmla="*/ 555197 w 6264586"/>
                <a:gd name="GluePoint46Y" fmla="*/ 5229773 h 6858001"/>
                <a:gd name="GluePoint47X" fmla="*/ 660611 w 6264586"/>
                <a:gd name="GluePoint47Y" fmla="*/ 5387396 h 6858001"/>
                <a:gd name="GluePoint48X" fmla="*/ 774110 w 6264586"/>
                <a:gd name="GluePoint48Y" fmla="*/ 5542182 h 6858001"/>
                <a:gd name="GluePoint49X" fmla="*/ 917829 w 6264586"/>
                <a:gd name="GluePoint49Y" fmla="*/ 5727896 h 6858001"/>
                <a:gd name="GluePoint50X" fmla="*/ 1012885 w 6264586"/>
                <a:gd name="GluePoint50Y" fmla="*/ 5849767 h 6858001"/>
                <a:gd name="GluePoint51X" fmla="*/ 1133053 w 6264586"/>
                <a:gd name="GluePoint51Y" fmla="*/ 6006822 h 6858001"/>
                <a:gd name="GluePoint52X" fmla="*/ 1194343 w 6264586"/>
                <a:gd name="GluePoint52Y" fmla="*/ 6090245 h 6858001"/>
                <a:gd name="GluePoint53X" fmla="*/ 1249390 w 6264586"/>
                <a:gd name="GluePoint53Y" fmla="*/ 6165155 h 6858001"/>
                <a:gd name="GluePoint54X" fmla="*/ 1345724 w 6264586"/>
                <a:gd name="GluePoint54Y" fmla="*/ 6292132 h 6858001"/>
                <a:gd name="GluePoint55X" fmla="*/ 1364310 w 6264586"/>
                <a:gd name="GluePoint55Y" fmla="*/ 6316251 h 6858001"/>
                <a:gd name="GluePoint56X" fmla="*/ 1373673 w 6264586"/>
                <a:gd name="GluePoint56Y" fmla="*/ 6327885 h 6858001"/>
                <a:gd name="GluePoint57X" fmla="*/ 1484619 w 6264586"/>
                <a:gd name="GluePoint57Y" fmla="*/ 6462240 h 6858001"/>
                <a:gd name="GluePoint58X" fmla="*/ 1739000 w 6264586"/>
                <a:gd name="GluePoint58Y" fmla="*/ 6737335 h 6858001"/>
                <a:gd name="GluePoint59X" fmla="*/ 1866801 w 6264586"/>
                <a:gd name="GluePoint59Y" fmla="*/ 6858001 h 6858001"/>
                <a:gd name="GluePoint60X" fmla="*/ 1144149 w 6264586"/>
                <a:gd name="GluePoint60Y" fmla="*/ 6858001 h 6858001"/>
                <a:gd name="GluePoint61X" fmla="*/ 1058349 w 6264586"/>
                <a:gd name="GluePoint61Y" fmla="*/ 6766452 h 6858001"/>
                <a:gd name="GluePoint62X" fmla="*/ 580309 w 6264586"/>
                <a:gd name="GluePoint62Y" fmla="*/ 6105000 h 6858001"/>
                <a:gd name="GluePoint63X" fmla="*/ 1 w 6264586"/>
                <a:gd name="GluePoint63Y" fmla="*/ 3960094 h 6858001"/>
                <a:gd name="GluePoint64X" fmla="*/ 2599292 w 6264586"/>
                <a:gd name="GluePoint64Y" fmla="*/ 37050 h 68580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</a:cxnLst>
              <a:rect l="textAreaLeft" t="textAreaTop" r="textAreaRight" b="textAreaBottom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6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5040" y="-6120"/>
              <a:ext cx="6238440" cy="6857640"/>
            </a:xfrm>
            <a:custGeom>
              <a:avLst/>
              <a:gdLst>
                <a:gd name="textAreaLeft" fmla="*/ -360 w 6238440"/>
                <a:gd name="textAreaRight" fmla="*/ 6238440 w 6238440"/>
                <a:gd name="textAreaTop" fmla="*/ 0 h 6857640"/>
                <a:gd name="textAreaBottom" fmla="*/ 6858000 h 6857640"/>
                <a:gd name="GluePoint1X" fmla="*/ 6264586 w 6264586"/>
                <a:gd name="GluePoint1Y" fmla="*/ 6646464 h 6858001"/>
                <a:gd name="GluePoint2X" fmla="*/ 6264586 w 6264586"/>
                <a:gd name="GluePoint2Y" fmla="*/ 6858001 h 6858001"/>
                <a:gd name="GluePoint3X" fmla="*/ 5997170 w 6264586"/>
                <a:gd name="GluePoint3Y" fmla="*/ 6858001 h 6858001"/>
                <a:gd name="GluePoint4X" fmla="*/ 6121512 w 6264586"/>
                <a:gd name="GluePoint4Y" fmla="*/ 6761029 h 6858001"/>
                <a:gd name="GluePoint5X" fmla="*/ 2693206 w 6264586"/>
                <a:gd name="GluePoint5Y" fmla="*/ 0 h 6858001"/>
                <a:gd name="GluePoint6X" fmla="*/ 5872285 w 6264586"/>
                <a:gd name="GluePoint6Y" fmla="*/ 0 h 6858001"/>
                <a:gd name="GluePoint7X" fmla="*/ 6024875 w 6264586"/>
                <a:gd name="GluePoint7Y" fmla="*/ 68385 h 6858001"/>
                <a:gd name="GluePoint8X" fmla="*/ 6206432 w 6264586"/>
                <a:gd name="GluePoint8Y" fmla="*/ 162336 h 6858001"/>
                <a:gd name="GluePoint9X" fmla="*/ 6264586 w 6264586"/>
                <a:gd name="GluePoint9Y" fmla="*/ 196704 h 6858001"/>
                <a:gd name="GluePoint10X" fmla="*/ 6264586 w 6264586"/>
                <a:gd name="GluePoint10Y" fmla="*/ 537242 h 6858001"/>
                <a:gd name="GluePoint11X" fmla="*/ 6230189 w 6264586"/>
                <a:gd name="GluePoint11Y" fmla="*/ 517260 h 6858001"/>
                <a:gd name="GluePoint12X" fmla="*/ 5540536 w 6264586"/>
                <a:gd name="GluePoint12Y" fmla="*/ 249543 h 6858001"/>
                <a:gd name="GluePoint13X" fmla="*/ 5178896 w 6264586"/>
                <a:gd name="GluePoint13Y" fmla="*/ 178606 h 6858001"/>
                <a:gd name="GluePoint14X" fmla="*/ 4814279 w 6264586"/>
                <a:gd name="GluePoint14Y" fmla="*/ 146683 h 6858001"/>
                <a:gd name="GluePoint15X" fmla="*/ 4655095 w 6264586"/>
                <a:gd name="GluePoint15Y" fmla="*/ 143421 h 6858001"/>
                <a:gd name="GluePoint16X" fmla="*/ 4081069 w 6264586"/>
                <a:gd name="GluePoint16Y" fmla="*/ 185983 h 6858001"/>
                <a:gd name="GluePoint17X" fmla="*/ 3720566 w 6264586"/>
                <a:gd name="GluePoint17Y" fmla="*/ 256921 h 6858001"/>
                <a:gd name="GluePoint18X" fmla="*/ 3365879 w 6264586"/>
                <a:gd name="GluePoint18Y" fmla="*/ 357651 h 6858001"/>
                <a:gd name="GluePoint19X" fmla="*/ 3020555 w 6264586"/>
                <a:gd name="GluePoint19Y" fmla="*/ 486190 h 6858001"/>
                <a:gd name="GluePoint20X" fmla="*/ 2685163 w 6264586"/>
                <a:gd name="GluePoint20Y" fmla="*/ 641542 h 6858001"/>
                <a:gd name="GluePoint21X" fmla="*/ 2047720 w 6264586"/>
                <a:gd name="GluePoint21Y" fmla="*/ 1025030 h 6858001"/>
                <a:gd name="GluePoint22X" fmla="*/ 1897333 w 6264586"/>
                <a:gd name="GluePoint22Y" fmla="*/ 1134983 h 6858001"/>
                <a:gd name="GluePoint23X" fmla="*/ 1835758 w 6264586"/>
                <a:gd name="GluePoint23Y" fmla="*/ 1182227 h 6858001"/>
                <a:gd name="GluePoint24X" fmla="*/ 1823273 w 6264586"/>
                <a:gd name="GluePoint24Y" fmla="*/ 1192016 h 6858001"/>
                <a:gd name="GluePoint25X" fmla="*/ 1750918 w 6264586"/>
                <a:gd name="GluePoint25Y" fmla="*/ 1249760 h 6858001"/>
                <a:gd name="GluePoint26X" fmla="*/ 1469297 w 6264586"/>
                <a:gd name="GluePoint26Y" fmla="*/ 1496906 h 6858001"/>
                <a:gd name="GluePoint27X" fmla="*/ 967769 w 6264586"/>
                <a:gd name="GluePoint27Y" fmla="*/ 2056602 h 6858001"/>
                <a:gd name="GluePoint28X" fmla="*/ 754105 w 6264586"/>
                <a:gd name="GluePoint28Y" fmla="*/ 2368727 h 6858001"/>
                <a:gd name="GluePoint29X" fmla="*/ 572364 w 6264586"/>
                <a:gd name="GluePoint29Y" fmla="*/ 2701140 h 6858001"/>
                <a:gd name="GluePoint30X" fmla="*/ 532497 w 6264586"/>
                <a:gd name="GluePoint30Y" fmla="*/ 2786265 h 6858001"/>
                <a:gd name="GluePoint31X" fmla="*/ 512918 w 6264586"/>
                <a:gd name="GluePoint31Y" fmla="*/ 2828827 h 6858001"/>
                <a:gd name="GluePoint32X" fmla="*/ 494475 w 6264586"/>
                <a:gd name="GluePoint32Y" fmla="*/ 2872240 h 6858001"/>
                <a:gd name="GluePoint33X" fmla="*/ 491637 w 6264586"/>
                <a:gd name="GluePoint33Y" fmla="*/ 2878908 h 6858001"/>
                <a:gd name="GluePoint34X" fmla="*/ 459290 w 6264586"/>
                <a:gd name="GluePoint34Y" fmla="*/ 2959635 h 6858001"/>
                <a:gd name="GluePoint35X" fmla="*/ 446805 w 6264586"/>
                <a:gd name="GluePoint35Y" fmla="*/ 2992408 h 6858001"/>
                <a:gd name="GluePoint36X" fmla="*/ 426090 w 6264586"/>
                <a:gd name="GluePoint36Y" fmla="*/ 3049158 h 6858001"/>
                <a:gd name="GluePoint37X" fmla="*/ 426090 w 6264586"/>
                <a:gd name="GluePoint37Y" fmla="*/ 3049867 h 6858001"/>
                <a:gd name="GluePoint38X" fmla="*/ 318124 w 6264586"/>
                <a:gd name="GluePoint38Y" fmla="*/ 3414202 h 6858001"/>
                <a:gd name="GluePoint39X" fmla="*/ 230729 w 6264586"/>
                <a:gd name="GluePoint39Y" fmla="*/ 4169260 h 6858001"/>
                <a:gd name="GluePoint40X" fmla="*/ 268893 w 6264586"/>
                <a:gd name="GluePoint40Y" fmla="*/ 4544236 h 6858001"/>
                <a:gd name="GluePoint41X" fmla="*/ 379840 w 6264586"/>
                <a:gd name="GluePoint41Y" fmla="*/ 4900056 h 6858001"/>
                <a:gd name="GluePoint42X" fmla="*/ 406512 w 6264586"/>
                <a:gd name="GluePoint42Y" fmla="*/ 4960211 h 6858001"/>
                <a:gd name="GluePoint43X" fmla="*/ 417862 w 6264586"/>
                <a:gd name="GluePoint43Y" fmla="*/ 4984613 h 6858001"/>
                <a:gd name="GluePoint44X" fmla="*/ 428077 w 6264586"/>
                <a:gd name="GluePoint44Y" fmla="*/ 5005043 h 6858001"/>
                <a:gd name="GluePoint45X" fmla="*/ 460140 w 6264586"/>
                <a:gd name="GluePoint45Y" fmla="*/ 5067327 h 6858001"/>
                <a:gd name="GluePoint46X" fmla="*/ 555197 w 6264586"/>
                <a:gd name="GluePoint46Y" fmla="*/ 5229773 h 6858001"/>
                <a:gd name="GluePoint47X" fmla="*/ 660611 w 6264586"/>
                <a:gd name="GluePoint47Y" fmla="*/ 5387396 h 6858001"/>
                <a:gd name="GluePoint48X" fmla="*/ 774110 w 6264586"/>
                <a:gd name="GluePoint48Y" fmla="*/ 5542182 h 6858001"/>
                <a:gd name="GluePoint49X" fmla="*/ 917829 w 6264586"/>
                <a:gd name="GluePoint49Y" fmla="*/ 5727896 h 6858001"/>
                <a:gd name="GluePoint50X" fmla="*/ 1012885 w 6264586"/>
                <a:gd name="GluePoint50Y" fmla="*/ 5849767 h 6858001"/>
                <a:gd name="GluePoint51X" fmla="*/ 1133053 w 6264586"/>
                <a:gd name="GluePoint51Y" fmla="*/ 6006822 h 6858001"/>
                <a:gd name="GluePoint52X" fmla="*/ 1194343 w 6264586"/>
                <a:gd name="GluePoint52Y" fmla="*/ 6090245 h 6858001"/>
                <a:gd name="GluePoint53X" fmla="*/ 1249390 w 6264586"/>
                <a:gd name="GluePoint53Y" fmla="*/ 6165155 h 6858001"/>
                <a:gd name="GluePoint54X" fmla="*/ 1345724 w 6264586"/>
                <a:gd name="GluePoint54Y" fmla="*/ 6292132 h 6858001"/>
                <a:gd name="GluePoint55X" fmla="*/ 1364310 w 6264586"/>
                <a:gd name="GluePoint55Y" fmla="*/ 6316251 h 6858001"/>
                <a:gd name="GluePoint56X" fmla="*/ 1373673 w 6264586"/>
                <a:gd name="GluePoint56Y" fmla="*/ 6327885 h 6858001"/>
                <a:gd name="GluePoint57X" fmla="*/ 1484619 w 6264586"/>
                <a:gd name="GluePoint57Y" fmla="*/ 6462240 h 6858001"/>
                <a:gd name="GluePoint58X" fmla="*/ 1739000 w 6264586"/>
                <a:gd name="GluePoint58Y" fmla="*/ 6737335 h 6858001"/>
                <a:gd name="GluePoint59X" fmla="*/ 1866801 w 6264586"/>
                <a:gd name="GluePoint59Y" fmla="*/ 6858001 h 6858001"/>
                <a:gd name="GluePoint60X" fmla="*/ 1144149 w 6264586"/>
                <a:gd name="GluePoint60Y" fmla="*/ 6858001 h 6858001"/>
                <a:gd name="GluePoint61X" fmla="*/ 1058349 w 6264586"/>
                <a:gd name="GluePoint61Y" fmla="*/ 6766452 h 6858001"/>
                <a:gd name="GluePoint62X" fmla="*/ 580309 w 6264586"/>
                <a:gd name="GluePoint62Y" fmla="*/ 6105000 h 6858001"/>
                <a:gd name="GluePoint63X" fmla="*/ 1 w 6264586"/>
                <a:gd name="GluePoint63Y" fmla="*/ 3960094 h 6858001"/>
                <a:gd name="GluePoint64X" fmla="*/ 2599292 w 6264586"/>
                <a:gd name="GluePoint64Y" fmla="*/ 37050 h 68580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</a:cxnLst>
              <a:rect l="textAreaLeft" t="textAreaTop" r="textAreaRight" b="textAreaBottom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Introduction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282791288"/>
              </p:ext>
            </p:extLst>
          </p:nvPr>
        </p:nvGraphicFramePr>
        <p:xfrm>
          <a:off x="838080" y="1825560"/>
          <a:ext cx="5181120" cy="435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8" name="Tijdelijke aanduiding voor inhoud 7"/>
          <p:cNvSpPr/>
          <p:nvPr/>
        </p:nvSpPr>
        <p:spPr>
          <a:xfrm>
            <a:off x="6434280" y="2695320"/>
            <a:ext cx="5290920" cy="18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2">
                    <a:lumMod val="25000"/>
                  </a:schemeClr>
                </a:solidFill>
                <a:effectLst/>
                <a:uFillTx/>
                <a:latin typeface="Aptos"/>
              </a:rPr>
              <a:t>After this presentation, you will understand how Java Streams work, what the benefits are, and will be able to perform simple operations yourself with the Stream API.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Problem and Research Questions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579000" y="1878480"/>
            <a:ext cx="5181120" cy="453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Main Question</a:t>
            </a:r>
            <a:endParaRPr b="0" lang="en-NL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How can Java Streams contribute to more efficient and readable data processing within the Java Collection Framework?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Side questions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,Sans-Serif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What is a stream in Java?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,Sans-Serif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What sort of streams exist?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,Sans-Serif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What is the difference between intermediate and terminal operations?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,Sans-Serif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What are the positives and negatives of Stream?</a:t>
            </a:r>
            <a:endParaRPr b="0" lang="en-NL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1" name="Titel 1"/>
          <p:cNvSpPr/>
          <p:nvPr/>
        </p:nvSpPr>
        <p:spPr>
          <a:xfrm>
            <a:off x="734400" y="1798200"/>
            <a:ext cx="5025960" cy="23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en-NL" sz="4400" strike="noStrike" u="non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2" name="Titel 1"/>
          <p:cNvSpPr/>
          <p:nvPr/>
        </p:nvSpPr>
        <p:spPr>
          <a:xfrm>
            <a:off x="837000" y="2218680"/>
            <a:ext cx="5181120" cy="24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Problem Definition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a3a3a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lt2">
                    <a:lumMod val="25000"/>
                  </a:schemeClr>
                </a:solidFill>
                <a:effectLst/>
                <a:uFillTx/>
                <a:latin typeface="Aptos Display"/>
              </a:rPr>
              <a:t>In many java projects, data is still processed with traditional loops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a3a3a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lt2">
                    <a:lumMod val="25000"/>
                  </a:schemeClr>
                </a:solidFill>
                <a:effectLst/>
                <a:uFillTx/>
                <a:latin typeface="Aptos Display"/>
              </a:rPr>
              <a:t>This makes code longer and less clear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a3a3a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lt2">
                    <a:lumMod val="25000"/>
                  </a:schemeClr>
                </a:solidFill>
                <a:effectLst/>
                <a:uFillTx/>
                <a:latin typeface="Aptos Display"/>
              </a:rPr>
              <a:t>Java Streams can make it simpler and more efficient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a3a3a"/>
              </a:buClr>
              <a:buFont typeface="Arial"/>
              <a:buChar char="•"/>
            </a:pPr>
            <a:r>
              <a:rPr b="0" lang="nl-NL" sz="1800" strike="noStrike" u="none">
                <a:solidFill>
                  <a:schemeClr val="lt2">
                    <a:lumMod val="25000"/>
                  </a:schemeClr>
                </a:solidFill>
                <a:effectLst/>
                <a:uFillTx/>
                <a:latin typeface="Aptos Display"/>
              </a:rPr>
              <a:t>The challenge is knowing when to use Streams (and when not to)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93800" y="387000"/>
            <a:ext cx="10065600" cy="129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What is a stream?</a:t>
            </a:r>
            <a:endParaRPr b="0" lang="en-NL" sz="4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720" y="1998720"/>
            <a:ext cx="11454120" cy="78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03200"/>
            <a:ext cx="11382840" cy="4267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793800" y="2599560"/>
            <a:ext cx="4530600" cy="3639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Stream is a data stream that performs operations on collections.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Introduced in Java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Streams do not change the original data but return a new result.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They use lambda expressions to make edits shorter and more readable.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8" name="Afbeelding 6" descr="Afbeelding met tekst, Lettertype, schermopname, logo"/>
          <p:cNvPicPr/>
          <p:nvPr/>
        </p:nvPicPr>
        <p:blipFill>
          <a:blip r:embed="rId1"/>
          <a:stretch/>
        </p:blipFill>
        <p:spPr>
          <a:xfrm>
            <a:off x="5911560" y="2963520"/>
            <a:ext cx="5149800" cy="275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28400" y="2313000"/>
            <a:ext cx="781200" cy="15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82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Types of streams and how they work</a:t>
            </a:r>
            <a:endParaRPr b="0" lang="en-NL" sz="5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2398680"/>
            <a:ext cx="5158080" cy="372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Types: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Stream&lt;T&gt; objects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IntStream, LongStream DoubleStream – primitive data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ParallelStream Shares tasks with multiple cores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189120" y="2398680"/>
            <a:ext cx="5164200" cy="372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How they work: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Source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Intermediate operations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Terminal operation</a:t>
            </a:r>
            <a:endParaRPr b="0" lang="en-NL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Examples &amp; Demo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5" name="Tijdelijke aanduiding voor inhoud 3"/>
          <p:cNvGraphicFramePr/>
          <p:nvPr/>
        </p:nvGraphicFramePr>
        <p:xfrm>
          <a:off x="838080" y="1825560"/>
          <a:ext cx="10515240" cy="161136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49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Task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Traditional loop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Stream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Filter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for-loop with if-statement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</a:rPr>
                        <a:t>.filter()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Transform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Fill a new list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</a:rPr>
                        <a:t>.map()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4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Count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Keeping track with length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</a:rPr>
                        <a:t>.count()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6206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ptos Display"/>
              </a:rPr>
              <a:t>Positives &amp; Negatives</a:t>
            </a:r>
            <a:endParaRPr b="0" lang="en-NL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cxnSp>
        <p:nvCxnSpPr>
          <p:cNvPr id="88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ffffff">
                <a:alpha val="80000"/>
              </a:srgbClr>
            </a:solidFill>
          </a:ln>
        </p:spPr>
      </p:cxn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2266200"/>
            <a:ext cx="5097600" cy="39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Positives: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Shorter and more readable code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Combine operations simple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Supports parallel processing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56080" y="2266200"/>
            <a:ext cx="5097600" cy="39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Negatives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Harder to debug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Less useful for complex logic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Stream can only be used once</a:t>
            </a:r>
            <a:endParaRPr b="0" lang="en-NL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868320"/>
            <a:ext cx="9143640" cy="189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Java Streams make it possible to process data in a declarative, efficient way. They improve code readability and align with modern programming principles.</a:t>
            </a:r>
            <a:endParaRPr b="0" lang="en-NL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523880" y="371016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Oracle. (2024a).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Java Platform, Standard Edition 21 API Specification: Stream.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Retrieved from 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https://docs.oracle.com/en/java/javase/21/docs/api/java.base/java/util/stream/Stream.html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Oracle. (2024b).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Processing Data with Java Streams.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Retrieved from 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https://docs.oracle.com/javase/tutorial/collections/streams/index.html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W3Schools. (n.d.).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Java Streams.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Retrieved November 10, 2025, from 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Aptos"/>
                <a:hlinkClick r:id="rId3"/>
              </a:rPr>
              <a:t>https://www.w3schools.com/java/java_stream.asp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GeeksforGeeks. (2024).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Stream in Java.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Retrieved from 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Aptos"/>
                <a:hlinkClick r:id="rId4"/>
              </a:rPr>
              <a:t>https://www.geeksforgeeks.org/stream-in-java/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74227CEFFD6A42B78253AB0DC5E53C" ma:contentTypeVersion="10" ma:contentTypeDescription="Create a new document." ma:contentTypeScope="" ma:versionID="fd757807cebe1cdf4cf17f153493c02d">
  <xsd:schema xmlns:xsd="http://www.w3.org/2001/XMLSchema" xmlns:xs="http://www.w3.org/2001/XMLSchema" xmlns:p="http://schemas.microsoft.com/office/2006/metadata/properties" xmlns:ns3="307749d9-a259-437f-b31d-108927603618" targetNamespace="http://schemas.microsoft.com/office/2006/metadata/properties" ma:root="true" ma:fieldsID="e8618f8eb3ecb4e905564bd214ce4178" ns3:_="">
    <xsd:import namespace="307749d9-a259-437f-b31d-10892760361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7749d9-a259-437f-b31d-10892760361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7749d9-a259-437f-b31d-108927603618" xsi:nil="true"/>
  </documentManagement>
</p:properties>
</file>

<file path=customXml/itemProps1.xml><?xml version="1.0" encoding="utf-8"?>
<ds:datastoreItem xmlns:ds="http://schemas.openxmlformats.org/officeDocument/2006/customXml" ds:itemID="{85DBDE63-F5AC-4A76-BF00-3FAEB248CC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3BBAAC-387A-4C00-8625-F9DA9BCA494F}">
  <ds:schemaRefs>
    <ds:schemaRef ds:uri="307749d9-a259-437f-b31d-1089276036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8C9B66-AC82-4C78-B7FA-66D5D0CF6954}">
  <ds:schemaRefs>
    <ds:schemaRef ds:uri="307749d9-a259-437f-b31d-1089276036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2025-11-12T11:36:50Z</dcterms:created>
  <dc:creator>Akif Göge</dc:creator>
  <dc:description/>
  <dc:language>en-US</dc:language>
  <cp:lastModifiedBy/>
  <dcterms:modified xsi:type="dcterms:W3CDTF">2025-11-18T16:38:11Z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0x010100AF74227CEFFD6A42B78253AB0DC5E53C</vt:lpwstr>
  </property>
  <property fmtid="{D5CDD505-2E9C-101B-9397-08002B2CF9AE}" pid="3" name="PresentationFormat">
    <vt:lpwstr>Breedbeeld</vt:lpwstr>
  </property>
  <property fmtid="{D5CDD505-2E9C-101B-9397-08002B2CF9AE}" pid="4" name="Slides">
    <vt:i4>8</vt:i4>
  </property>
</Properties>
</file>